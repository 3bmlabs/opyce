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6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4D8837-5DBB-491B-9046-2CF271795AB8}" type="doc">
      <dgm:prSet loTypeId="urn:microsoft.com/office/officeart/2005/8/layout/architecture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B503FE60-C767-4EED-AF9F-21DC13FB930E}">
      <dgm:prSet phldrT="[Text]"/>
      <dgm:spPr/>
      <dgm:t>
        <a:bodyPr/>
        <a:lstStyle/>
        <a:p>
          <a:r>
            <a:rPr lang="en-US" dirty="0"/>
            <a:t>Serializable</a:t>
          </a:r>
          <a:endParaRPr lang="nl-NL" dirty="0"/>
        </a:p>
      </dgm:t>
    </dgm:pt>
    <dgm:pt modelId="{0C2D02E4-884F-416B-A78C-E0CD6BC7DD1E}" type="parTrans" cxnId="{DB8829A6-7DAD-4E73-A660-F7F6FF7C1634}">
      <dgm:prSet/>
      <dgm:spPr/>
      <dgm:t>
        <a:bodyPr/>
        <a:lstStyle/>
        <a:p>
          <a:endParaRPr lang="nl-NL"/>
        </a:p>
      </dgm:t>
    </dgm:pt>
    <dgm:pt modelId="{6E235D28-082C-4386-B23D-687EAA5E1F4C}" type="sibTrans" cxnId="{DB8829A6-7DAD-4E73-A660-F7F6FF7C1634}">
      <dgm:prSet/>
      <dgm:spPr/>
      <dgm:t>
        <a:bodyPr/>
        <a:lstStyle/>
        <a:p>
          <a:endParaRPr lang="nl-NL"/>
        </a:p>
      </dgm:t>
    </dgm:pt>
    <dgm:pt modelId="{910B80A7-D60E-40E2-A38C-066B00E9313A}">
      <dgm:prSet phldrT="[Text]"/>
      <dgm:spPr/>
      <dgm:t>
        <a:bodyPr/>
        <a:lstStyle/>
        <a:p>
          <a:r>
            <a:rPr lang="en-US" dirty="0"/>
            <a:t>List -&gt; Vector, Point</a:t>
          </a:r>
          <a:endParaRPr lang="nl-NL" dirty="0"/>
        </a:p>
      </dgm:t>
    </dgm:pt>
    <dgm:pt modelId="{375E37A8-3933-41FB-AB35-B45C6C1D351B}" type="parTrans" cxnId="{7836C459-5FA8-439A-BB4C-1E3ECFC5C0FC}">
      <dgm:prSet/>
      <dgm:spPr/>
      <dgm:t>
        <a:bodyPr/>
        <a:lstStyle/>
        <a:p>
          <a:endParaRPr lang="nl-NL"/>
        </a:p>
      </dgm:t>
    </dgm:pt>
    <dgm:pt modelId="{91D2A1FB-AFEE-42B6-B950-2601408A71F6}" type="sibTrans" cxnId="{7836C459-5FA8-439A-BB4C-1E3ECFC5C0FC}">
      <dgm:prSet/>
      <dgm:spPr/>
      <dgm:t>
        <a:bodyPr/>
        <a:lstStyle/>
        <a:p>
          <a:endParaRPr lang="nl-NL"/>
        </a:p>
      </dgm:t>
    </dgm:pt>
    <dgm:pt modelId="{B66E7045-4EF4-45C9-95B4-7B8C74CFBBF1}">
      <dgm:prSet phldrT="[Text]"/>
      <dgm:spPr/>
      <dgm:t>
        <a:bodyPr/>
        <a:lstStyle/>
        <a:p>
          <a:r>
            <a:rPr lang="en-US" dirty="0"/>
            <a:t>Vector[Vector]</a:t>
          </a:r>
          <a:endParaRPr lang="nl-NL" dirty="0"/>
        </a:p>
      </dgm:t>
    </dgm:pt>
    <dgm:pt modelId="{211B7288-AD6D-4101-8BBE-B8431CD53435}" type="parTrans" cxnId="{DB81BE8B-40FA-440E-AF4A-797EFB8905B3}">
      <dgm:prSet/>
      <dgm:spPr/>
      <dgm:t>
        <a:bodyPr/>
        <a:lstStyle/>
        <a:p>
          <a:endParaRPr lang="nl-NL"/>
        </a:p>
      </dgm:t>
    </dgm:pt>
    <dgm:pt modelId="{C1091E2E-5C26-47B7-8ED9-66584A777A31}" type="sibTrans" cxnId="{DB81BE8B-40FA-440E-AF4A-797EFB8905B3}">
      <dgm:prSet/>
      <dgm:spPr/>
      <dgm:t>
        <a:bodyPr/>
        <a:lstStyle/>
        <a:p>
          <a:endParaRPr lang="nl-NL"/>
        </a:p>
      </dgm:t>
    </dgm:pt>
    <dgm:pt modelId="{BC7EB86F-FC36-44FD-935D-ADEA7F2CB856}">
      <dgm:prSet phldrT="[Text]"/>
      <dgm:spPr/>
      <dgm:t>
        <a:bodyPr/>
        <a:lstStyle/>
        <a:p>
          <a:r>
            <a:rPr lang="en-US" dirty="0"/>
            <a:t>Matrix</a:t>
          </a:r>
          <a:endParaRPr lang="nl-NL" dirty="0"/>
        </a:p>
      </dgm:t>
    </dgm:pt>
    <dgm:pt modelId="{C2299E9B-B791-4EE8-9788-F12F49DB6D93}" type="parTrans" cxnId="{7E23A762-0F7B-402A-87C7-3BDDB6179F5A}">
      <dgm:prSet/>
      <dgm:spPr/>
      <dgm:t>
        <a:bodyPr/>
        <a:lstStyle/>
        <a:p>
          <a:endParaRPr lang="nl-NL"/>
        </a:p>
      </dgm:t>
    </dgm:pt>
    <dgm:pt modelId="{03037568-EA79-42EF-898C-69C0121D9C58}" type="sibTrans" cxnId="{7E23A762-0F7B-402A-87C7-3BDDB6179F5A}">
      <dgm:prSet/>
      <dgm:spPr/>
      <dgm:t>
        <a:bodyPr/>
        <a:lstStyle/>
        <a:p>
          <a:endParaRPr lang="nl-NL"/>
        </a:p>
      </dgm:t>
    </dgm:pt>
    <dgm:pt modelId="{8EF8B73D-645D-4C24-A93F-9B0F3D85D0FD}">
      <dgm:prSet phldrT="[Text]"/>
      <dgm:spPr/>
      <dgm:t>
        <a:bodyPr/>
        <a:lstStyle/>
        <a:p>
          <a:r>
            <a:rPr lang="en-US" dirty="0"/>
            <a:t>Line</a:t>
          </a:r>
          <a:endParaRPr lang="nl-NL" dirty="0"/>
        </a:p>
      </dgm:t>
    </dgm:pt>
    <dgm:pt modelId="{A24D958F-A5C7-4AC3-96A6-41EC10B17800}" type="parTrans" cxnId="{51D95AA0-3305-450B-B33E-654039353A15}">
      <dgm:prSet/>
      <dgm:spPr/>
      <dgm:t>
        <a:bodyPr/>
        <a:lstStyle/>
        <a:p>
          <a:endParaRPr lang="nl-NL"/>
        </a:p>
      </dgm:t>
    </dgm:pt>
    <dgm:pt modelId="{9BBC81A9-183B-4A2B-AFFC-9DF7637F2F30}" type="sibTrans" cxnId="{51D95AA0-3305-450B-B33E-654039353A15}">
      <dgm:prSet/>
      <dgm:spPr/>
      <dgm:t>
        <a:bodyPr/>
        <a:lstStyle/>
        <a:p>
          <a:endParaRPr lang="nl-NL"/>
        </a:p>
      </dgm:t>
    </dgm:pt>
    <dgm:pt modelId="{7007A174-3E88-47F4-A540-57D660B018A9}">
      <dgm:prSet phldrT="[Text]"/>
      <dgm:spPr/>
      <dgm:t>
        <a:bodyPr/>
        <a:lstStyle/>
        <a:p>
          <a:r>
            <a:rPr lang="en-US" dirty="0" err="1"/>
            <a:t>PolyCurve</a:t>
          </a:r>
          <a:endParaRPr lang="nl-NL" dirty="0"/>
        </a:p>
      </dgm:t>
    </dgm:pt>
    <dgm:pt modelId="{2FC32CEC-191B-4454-891C-57ECC83DD555}" type="parTrans" cxnId="{65707B22-528A-4E4D-8D8F-2A1EA5EC7A6C}">
      <dgm:prSet/>
      <dgm:spPr/>
      <dgm:t>
        <a:bodyPr/>
        <a:lstStyle/>
        <a:p>
          <a:endParaRPr lang="nl-NL"/>
        </a:p>
      </dgm:t>
    </dgm:pt>
    <dgm:pt modelId="{05B5E755-1EB1-4252-B66B-F5450184F94C}" type="sibTrans" cxnId="{65707B22-528A-4E4D-8D8F-2A1EA5EC7A6C}">
      <dgm:prSet/>
      <dgm:spPr/>
      <dgm:t>
        <a:bodyPr/>
        <a:lstStyle/>
        <a:p>
          <a:endParaRPr lang="nl-NL"/>
        </a:p>
      </dgm:t>
    </dgm:pt>
    <dgm:pt modelId="{8A097B10-F045-46BB-B1B1-72B50EDA8108}">
      <dgm:prSet phldrT="[Text]"/>
      <dgm:spPr/>
      <dgm:t>
        <a:bodyPr/>
        <a:lstStyle/>
        <a:p>
          <a:r>
            <a:rPr lang="en-US" dirty="0"/>
            <a:t>Polygon</a:t>
          </a:r>
          <a:endParaRPr lang="nl-NL" dirty="0"/>
        </a:p>
      </dgm:t>
    </dgm:pt>
    <dgm:pt modelId="{43B26ECC-B04B-4804-99FF-0D02A13DD40C}" type="parTrans" cxnId="{017CA2C4-F68F-40E5-B911-04F5AFFB7F13}">
      <dgm:prSet/>
      <dgm:spPr/>
      <dgm:t>
        <a:bodyPr/>
        <a:lstStyle/>
        <a:p>
          <a:endParaRPr lang="nl-NL"/>
        </a:p>
      </dgm:t>
    </dgm:pt>
    <dgm:pt modelId="{22087AEE-0F2A-4B28-97BF-071F9669CEA4}" type="sibTrans" cxnId="{017CA2C4-F68F-40E5-B911-04F5AFFB7F13}">
      <dgm:prSet/>
      <dgm:spPr/>
      <dgm:t>
        <a:bodyPr/>
        <a:lstStyle/>
        <a:p>
          <a:endParaRPr lang="nl-NL"/>
        </a:p>
      </dgm:t>
    </dgm:pt>
    <dgm:pt modelId="{EDFB4ED5-46D8-4D16-A24F-88765E9CE37B}">
      <dgm:prSet phldrT="[Text]"/>
      <dgm:spPr/>
      <dgm:t>
        <a:bodyPr/>
        <a:lstStyle/>
        <a:p>
          <a:r>
            <a:rPr lang="en-US" dirty="0"/>
            <a:t>Color</a:t>
          </a:r>
          <a:endParaRPr lang="nl-NL" dirty="0"/>
        </a:p>
      </dgm:t>
    </dgm:pt>
    <dgm:pt modelId="{8DAC9960-8CD8-4345-B98C-6BF6F67D6410}" type="parTrans" cxnId="{5FA73787-A11E-4CE4-A44C-470065AD5B3A}">
      <dgm:prSet/>
      <dgm:spPr/>
      <dgm:t>
        <a:bodyPr/>
        <a:lstStyle/>
        <a:p>
          <a:endParaRPr lang="nl-NL"/>
        </a:p>
      </dgm:t>
    </dgm:pt>
    <dgm:pt modelId="{D890968B-3136-4668-9D99-44948777C9A8}" type="sibTrans" cxnId="{5FA73787-A11E-4CE4-A44C-470065AD5B3A}">
      <dgm:prSet/>
      <dgm:spPr/>
      <dgm:t>
        <a:bodyPr/>
        <a:lstStyle/>
        <a:p>
          <a:endParaRPr lang="nl-NL"/>
        </a:p>
      </dgm:t>
    </dgm:pt>
    <dgm:pt modelId="{5A1B9F10-695C-4E24-9BF0-6B92AEB5C6AD}" type="pres">
      <dgm:prSet presAssocID="{204D8837-5DBB-491B-9046-2CF271795AB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3F2FA4-7008-4E19-8E19-674AF36D74BA}" type="pres">
      <dgm:prSet presAssocID="{B503FE60-C767-4EED-AF9F-21DC13FB930E}" presName="vertOne" presStyleCnt="0"/>
      <dgm:spPr/>
    </dgm:pt>
    <dgm:pt modelId="{00C44FFE-121D-4A99-8F70-BF9FBB00EFBF}" type="pres">
      <dgm:prSet presAssocID="{B503FE60-C767-4EED-AF9F-21DC13FB930E}" presName="txOne" presStyleLbl="node0" presStyleIdx="0" presStyleCnt="1">
        <dgm:presLayoutVars>
          <dgm:chPref val="3"/>
        </dgm:presLayoutVars>
      </dgm:prSet>
      <dgm:spPr/>
    </dgm:pt>
    <dgm:pt modelId="{12E7773A-7335-49BF-A31C-D99581297130}" type="pres">
      <dgm:prSet presAssocID="{B503FE60-C767-4EED-AF9F-21DC13FB930E}" presName="parTransOne" presStyleCnt="0"/>
      <dgm:spPr/>
    </dgm:pt>
    <dgm:pt modelId="{8B1A5913-6392-43B8-B744-4025A4C5CA8C}" type="pres">
      <dgm:prSet presAssocID="{B503FE60-C767-4EED-AF9F-21DC13FB930E}" presName="horzOne" presStyleCnt="0"/>
      <dgm:spPr/>
    </dgm:pt>
    <dgm:pt modelId="{922D0556-6002-403C-9FC9-1C70A6D400AE}" type="pres">
      <dgm:prSet presAssocID="{910B80A7-D60E-40E2-A38C-066B00E9313A}" presName="vertTwo" presStyleCnt="0"/>
      <dgm:spPr/>
    </dgm:pt>
    <dgm:pt modelId="{F8CA7072-7D18-45BD-B732-FDE65178DFD2}" type="pres">
      <dgm:prSet presAssocID="{910B80A7-D60E-40E2-A38C-066B00E9313A}" presName="txTwo" presStyleLbl="node2" presStyleIdx="0" presStyleCnt="1">
        <dgm:presLayoutVars>
          <dgm:chPref val="3"/>
        </dgm:presLayoutVars>
      </dgm:prSet>
      <dgm:spPr/>
    </dgm:pt>
    <dgm:pt modelId="{E7B74512-D65F-482F-B769-F2BC7DEFFC6F}" type="pres">
      <dgm:prSet presAssocID="{910B80A7-D60E-40E2-A38C-066B00E9313A}" presName="parTransTwo" presStyleCnt="0"/>
      <dgm:spPr/>
    </dgm:pt>
    <dgm:pt modelId="{55870E53-83A0-4EC5-B167-D242B758BC1B}" type="pres">
      <dgm:prSet presAssocID="{910B80A7-D60E-40E2-A38C-066B00E9313A}" presName="horzTwo" presStyleCnt="0"/>
      <dgm:spPr/>
    </dgm:pt>
    <dgm:pt modelId="{9DA93D12-2924-420A-92A6-89862793DAE0}" type="pres">
      <dgm:prSet presAssocID="{B66E7045-4EF4-45C9-95B4-7B8C74CFBBF1}" presName="vertThree" presStyleCnt="0"/>
      <dgm:spPr/>
    </dgm:pt>
    <dgm:pt modelId="{88449BF3-A25A-487C-88F8-EEAF95EDF8B5}" type="pres">
      <dgm:prSet presAssocID="{B66E7045-4EF4-45C9-95B4-7B8C74CFBBF1}" presName="txThree" presStyleLbl="node3" presStyleIdx="0" presStyleCnt="2">
        <dgm:presLayoutVars>
          <dgm:chPref val="3"/>
        </dgm:presLayoutVars>
      </dgm:prSet>
      <dgm:spPr/>
    </dgm:pt>
    <dgm:pt modelId="{32D1FCBF-D515-45BC-8E9A-9C760AD27953}" type="pres">
      <dgm:prSet presAssocID="{B66E7045-4EF4-45C9-95B4-7B8C74CFBBF1}" presName="parTransThree" presStyleCnt="0"/>
      <dgm:spPr/>
    </dgm:pt>
    <dgm:pt modelId="{B8C9306F-0BD7-4082-9E8E-C9AB2A8032F4}" type="pres">
      <dgm:prSet presAssocID="{B66E7045-4EF4-45C9-95B4-7B8C74CFBBF1}" presName="horzThree" presStyleCnt="0"/>
      <dgm:spPr/>
    </dgm:pt>
    <dgm:pt modelId="{25016B96-62E2-46AD-9348-47BD36794692}" type="pres">
      <dgm:prSet presAssocID="{BC7EB86F-FC36-44FD-935D-ADEA7F2CB856}" presName="vertFour" presStyleCnt="0">
        <dgm:presLayoutVars>
          <dgm:chPref val="3"/>
        </dgm:presLayoutVars>
      </dgm:prSet>
      <dgm:spPr/>
    </dgm:pt>
    <dgm:pt modelId="{5E898404-FC17-4382-862F-DA4F053D865B}" type="pres">
      <dgm:prSet presAssocID="{BC7EB86F-FC36-44FD-935D-ADEA7F2CB856}" presName="txFour" presStyleLbl="node4" presStyleIdx="0" presStyleCnt="4">
        <dgm:presLayoutVars>
          <dgm:chPref val="3"/>
        </dgm:presLayoutVars>
      </dgm:prSet>
      <dgm:spPr/>
    </dgm:pt>
    <dgm:pt modelId="{FD96EF7A-3913-4F83-84DE-87C5E80A20B8}" type="pres">
      <dgm:prSet presAssocID="{BC7EB86F-FC36-44FD-935D-ADEA7F2CB856}" presName="horzFour" presStyleCnt="0"/>
      <dgm:spPr/>
    </dgm:pt>
    <dgm:pt modelId="{2053E218-9490-4E28-B047-F58C68C31922}" type="pres">
      <dgm:prSet presAssocID="{03037568-EA79-42EF-898C-69C0121D9C58}" presName="sibSpaceFour" presStyleCnt="0"/>
      <dgm:spPr/>
    </dgm:pt>
    <dgm:pt modelId="{887770CF-B2C8-4439-8F5D-DDBFA3AB7DAC}" type="pres">
      <dgm:prSet presAssocID="{8EF8B73D-645D-4C24-A93F-9B0F3D85D0FD}" presName="vertFour" presStyleCnt="0">
        <dgm:presLayoutVars>
          <dgm:chPref val="3"/>
        </dgm:presLayoutVars>
      </dgm:prSet>
      <dgm:spPr/>
    </dgm:pt>
    <dgm:pt modelId="{CF784A2C-9128-4C2E-8B5E-EFAFA46C9CA3}" type="pres">
      <dgm:prSet presAssocID="{8EF8B73D-645D-4C24-A93F-9B0F3D85D0FD}" presName="txFour" presStyleLbl="node4" presStyleIdx="1" presStyleCnt="4">
        <dgm:presLayoutVars>
          <dgm:chPref val="3"/>
        </dgm:presLayoutVars>
      </dgm:prSet>
      <dgm:spPr/>
    </dgm:pt>
    <dgm:pt modelId="{B434FA97-B30A-43FE-BEAF-A5434291F6DA}" type="pres">
      <dgm:prSet presAssocID="{8EF8B73D-645D-4C24-A93F-9B0F3D85D0FD}" presName="horzFour" presStyleCnt="0"/>
      <dgm:spPr/>
    </dgm:pt>
    <dgm:pt modelId="{4F59A887-4538-4FA8-B906-92B46142BE7A}" type="pres">
      <dgm:prSet presAssocID="{9BBC81A9-183B-4A2B-AFFC-9DF7637F2F30}" presName="sibSpaceFour" presStyleCnt="0"/>
      <dgm:spPr/>
    </dgm:pt>
    <dgm:pt modelId="{49F766FC-D6D9-4664-AFC6-6C6E20E2719A}" type="pres">
      <dgm:prSet presAssocID="{7007A174-3E88-47F4-A540-57D660B018A9}" presName="vertFour" presStyleCnt="0">
        <dgm:presLayoutVars>
          <dgm:chPref val="3"/>
        </dgm:presLayoutVars>
      </dgm:prSet>
      <dgm:spPr/>
    </dgm:pt>
    <dgm:pt modelId="{27C32BB3-52CE-4B91-B6AA-76BC9C2E6FB1}" type="pres">
      <dgm:prSet presAssocID="{7007A174-3E88-47F4-A540-57D660B018A9}" presName="txFour" presStyleLbl="node4" presStyleIdx="2" presStyleCnt="4">
        <dgm:presLayoutVars>
          <dgm:chPref val="3"/>
        </dgm:presLayoutVars>
      </dgm:prSet>
      <dgm:spPr/>
    </dgm:pt>
    <dgm:pt modelId="{9CCDDFD4-872B-461D-A62C-E9C175160A0C}" type="pres">
      <dgm:prSet presAssocID="{7007A174-3E88-47F4-A540-57D660B018A9}" presName="parTransFour" presStyleCnt="0"/>
      <dgm:spPr/>
    </dgm:pt>
    <dgm:pt modelId="{095A0A9B-9BF5-4749-9B2A-D3FB0F4FCE48}" type="pres">
      <dgm:prSet presAssocID="{7007A174-3E88-47F4-A540-57D660B018A9}" presName="horzFour" presStyleCnt="0"/>
      <dgm:spPr/>
    </dgm:pt>
    <dgm:pt modelId="{36782C01-46AF-4141-B8C6-B715F6D99EDC}" type="pres">
      <dgm:prSet presAssocID="{8A097B10-F045-46BB-B1B1-72B50EDA8108}" presName="vertFour" presStyleCnt="0">
        <dgm:presLayoutVars>
          <dgm:chPref val="3"/>
        </dgm:presLayoutVars>
      </dgm:prSet>
      <dgm:spPr/>
    </dgm:pt>
    <dgm:pt modelId="{272F9CC5-3CFF-4615-B734-DAA46D7F24BB}" type="pres">
      <dgm:prSet presAssocID="{8A097B10-F045-46BB-B1B1-72B50EDA8108}" presName="txFour" presStyleLbl="node4" presStyleIdx="3" presStyleCnt="4">
        <dgm:presLayoutVars>
          <dgm:chPref val="3"/>
        </dgm:presLayoutVars>
      </dgm:prSet>
      <dgm:spPr/>
    </dgm:pt>
    <dgm:pt modelId="{0C757770-7DF2-4660-8561-A7310E638C05}" type="pres">
      <dgm:prSet presAssocID="{8A097B10-F045-46BB-B1B1-72B50EDA8108}" presName="horzFour" presStyleCnt="0"/>
      <dgm:spPr/>
    </dgm:pt>
    <dgm:pt modelId="{1EE7214B-FD22-48EF-A1EC-F07BF8BE0C4C}" type="pres">
      <dgm:prSet presAssocID="{C1091E2E-5C26-47B7-8ED9-66584A777A31}" presName="sibSpaceThree" presStyleCnt="0"/>
      <dgm:spPr/>
    </dgm:pt>
    <dgm:pt modelId="{581FD274-3CDE-4BC1-871C-E537683A0C9C}" type="pres">
      <dgm:prSet presAssocID="{EDFB4ED5-46D8-4D16-A24F-88765E9CE37B}" presName="vertThree" presStyleCnt="0"/>
      <dgm:spPr/>
    </dgm:pt>
    <dgm:pt modelId="{00A2F657-58A2-45E1-B128-E3A6F3CB1E00}" type="pres">
      <dgm:prSet presAssocID="{EDFB4ED5-46D8-4D16-A24F-88765E9CE37B}" presName="txThree" presStyleLbl="node3" presStyleIdx="1" presStyleCnt="2">
        <dgm:presLayoutVars>
          <dgm:chPref val="3"/>
        </dgm:presLayoutVars>
      </dgm:prSet>
      <dgm:spPr/>
    </dgm:pt>
    <dgm:pt modelId="{1AEBCA98-F582-4815-8442-78997B7748AB}" type="pres">
      <dgm:prSet presAssocID="{EDFB4ED5-46D8-4D16-A24F-88765E9CE37B}" presName="horzThree" presStyleCnt="0"/>
      <dgm:spPr/>
    </dgm:pt>
  </dgm:ptLst>
  <dgm:cxnLst>
    <dgm:cxn modelId="{AA5EA217-E063-40B6-AC2F-3FD249E3209D}" type="presOf" srcId="{7007A174-3E88-47F4-A540-57D660B018A9}" destId="{27C32BB3-52CE-4B91-B6AA-76BC9C2E6FB1}" srcOrd="0" destOrd="0" presId="urn:microsoft.com/office/officeart/2005/8/layout/architecture"/>
    <dgm:cxn modelId="{65707B22-528A-4E4D-8D8F-2A1EA5EC7A6C}" srcId="{B66E7045-4EF4-45C9-95B4-7B8C74CFBBF1}" destId="{7007A174-3E88-47F4-A540-57D660B018A9}" srcOrd="2" destOrd="0" parTransId="{2FC32CEC-191B-4454-891C-57ECC83DD555}" sibTransId="{05B5E755-1EB1-4252-B66B-F5450184F94C}"/>
    <dgm:cxn modelId="{01992561-C50F-4CD7-A9EC-23FA2060A1FF}" type="presOf" srcId="{8A097B10-F045-46BB-B1B1-72B50EDA8108}" destId="{272F9CC5-3CFF-4615-B734-DAA46D7F24BB}" srcOrd="0" destOrd="0" presId="urn:microsoft.com/office/officeart/2005/8/layout/architecture"/>
    <dgm:cxn modelId="{7E23A762-0F7B-402A-87C7-3BDDB6179F5A}" srcId="{B66E7045-4EF4-45C9-95B4-7B8C74CFBBF1}" destId="{BC7EB86F-FC36-44FD-935D-ADEA7F2CB856}" srcOrd="0" destOrd="0" parTransId="{C2299E9B-B791-4EE8-9788-F12F49DB6D93}" sibTransId="{03037568-EA79-42EF-898C-69C0121D9C58}"/>
    <dgm:cxn modelId="{7836C459-5FA8-439A-BB4C-1E3ECFC5C0FC}" srcId="{B503FE60-C767-4EED-AF9F-21DC13FB930E}" destId="{910B80A7-D60E-40E2-A38C-066B00E9313A}" srcOrd="0" destOrd="0" parTransId="{375E37A8-3933-41FB-AB35-B45C6C1D351B}" sibTransId="{91D2A1FB-AFEE-42B6-B950-2601408A71F6}"/>
    <dgm:cxn modelId="{5FA73787-A11E-4CE4-A44C-470065AD5B3A}" srcId="{910B80A7-D60E-40E2-A38C-066B00E9313A}" destId="{EDFB4ED5-46D8-4D16-A24F-88765E9CE37B}" srcOrd="1" destOrd="0" parTransId="{8DAC9960-8CD8-4345-B98C-6BF6F67D6410}" sibTransId="{D890968B-3136-4668-9D99-44948777C9A8}"/>
    <dgm:cxn modelId="{DB81BE8B-40FA-440E-AF4A-797EFB8905B3}" srcId="{910B80A7-D60E-40E2-A38C-066B00E9313A}" destId="{B66E7045-4EF4-45C9-95B4-7B8C74CFBBF1}" srcOrd="0" destOrd="0" parTransId="{211B7288-AD6D-4101-8BBE-B8431CD53435}" sibTransId="{C1091E2E-5C26-47B7-8ED9-66584A777A31}"/>
    <dgm:cxn modelId="{51D95AA0-3305-450B-B33E-654039353A15}" srcId="{B66E7045-4EF4-45C9-95B4-7B8C74CFBBF1}" destId="{8EF8B73D-645D-4C24-A93F-9B0F3D85D0FD}" srcOrd="1" destOrd="0" parTransId="{A24D958F-A5C7-4AC3-96A6-41EC10B17800}" sibTransId="{9BBC81A9-183B-4A2B-AFFC-9DF7637F2F30}"/>
    <dgm:cxn modelId="{DB8829A6-7DAD-4E73-A660-F7F6FF7C1634}" srcId="{204D8837-5DBB-491B-9046-2CF271795AB8}" destId="{B503FE60-C767-4EED-AF9F-21DC13FB930E}" srcOrd="0" destOrd="0" parTransId="{0C2D02E4-884F-416B-A78C-E0CD6BC7DD1E}" sibTransId="{6E235D28-082C-4386-B23D-687EAA5E1F4C}"/>
    <dgm:cxn modelId="{802EBDAA-F90B-4964-BF89-D4FA78458A8F}" type="presOf" srcId="{EDFB4ED5-46D8-4D16-A24F-88765E9CE37B}" destId="{00A2F657-58A2-45E1-B128-E3A6F3CB1E00}" srcOrd="0" destOrd="0" presId="urn:microsoft.com/office/officeart/2005/8/layout/architecture"/>
    <dgm:cxn modelId="{3B0727B0-2F4D-4EE8-BFC6-AF54DA981003}" type="presOf" srcId="{BC7EB86F-FC36-44FD-935D-ADEA7F2CB856}" destId="{5E898404-FC17-4382-862F-DA4F053D865B}" srcOrd="0" destOrd="0" presId="urn:microsoft.com/office/officeart/2005/8/layout/architecture"/>
    <dgm:cxn modelId="{A43DFFB3-2728-4641-940D-772619E068E7}" type="presOf" srcId="{910B80A7-D60E-40E2-A38C-066B00E9313A}" destId="{F8CA7072-7D18-45BD-B732-FDE65178DFD2}" srcOrd="0" destOrd="0" presId="urn:microsoft.com/office/officeart/2005/8/layout/architecture"/>
    <dgm:cxn modelId="{51572AB7-E9EA-4200-A884-ACE4F17542E3}" type="presOf" srcId="{B66E7045-4EF4-45C9-95B4-7B8C74CFBBF1}" destId="{88449BF3-A25A-487C-88F8-EEAF95EDF8B5}" srcOrd="0" destOrd="0" presId="urn:microsoft.com/office/officeart/2005/8/layout/architecture"/>
    <dgm:cxn modelId="{37CC0CB8-5B0C-4FE8-A8CA-F1443EF6B134}" type="presOf" srcId="{8EF8B73D-645D-4C24-A93F-9B0F3D85D0FD}" destId="{CF784A2C-9128-4C2E-8B5E-EFAFA46C9CA3}" srcOrd="0" destOrd="0" presId="urn:microsoft.com/office/officeart/2005/8/layout/architecture"/>
    <dgm:cxn modelId="{017CA2C4-F68F-40E5-B911-04F5AFFB7F13}" srcId="{7007A174-3E88-47F4-A540-57D660B018A9}" destId="{8A097B10-F045-46BB-B1B1-72B50EDA8108}" srcOrd="0" destOrd="0" parTransId="{43B26ECC-B04B-4804-99FF-0D02A13DD40C}" sibTransId="{22087AEE-0F2A-4B28-97BF-071F9669CEA4}"/>
    <dgm:cxn modelId="{2357B5D1-4C94-483B-8E6F-7F1372399FD8}" type="presOf" srcId="{204D8837-5DBB-491B-9046-2CF271795AB8}" destId="{5A1B9F10-695C-4E24-9BF0-6B92AEB5C6AD}" srcOrd="0" destOrd="0" presId="urn:microsoft.com/office/officeart/2005/8/layout/architecture"/>
    <dgm:cxn modelId="{C71A2FF3-82A6-4373-9253-DEF422DC8758}" type="presOf" srcId="{B503FE60-C767-4EED-AF9F-21DC13FB930E}" destId="{00C44FFE-121D-4A99-8F70-BF9FBB00EFBF}" srcOrd="0" destOrd="0" presId="urn:microsoft.com/office/officeart/2005/8/layout/architecture"/>
    <dgm:cxn modelId="{97CB8F0C-0881-4AC7-9015-D54CB5D8F6CB}" type="presParOf" srcId="{5A1B9F10-695C-4E24-9BF0-6B92AEB5C6AD}" destId="{933F2FA4-7008-4E19-8E19-674AF36D74BA}" srcOrd="0" destOrd="0" presId="urn:microsoft.com/office/officeart/2005/8/layout/architecture"/>
    <dgm:cxn modelId="{C58D2DE6-AFE9-4625-801B-CB6D93F05CE5}" type="presParOf" srcId="{933F2FA4-7008-4E19-8E19-674AF36D74BA}" destId="{00C44FFE-121D-4A99-8F70-BF9FBB00EFBF}" srcOrd="0" destOrd="0" presId="urn:microsoft.com/office/officeart/2005/8/layout/architecture"/>
    <dgm:cxn modelId="{6FFC6432-29E3-4050-A9C8-0983E9BDE6E9}" type="presParOf" srcId="{933F2FA4-7008-4E19-8E19-674AF36D74BA}" destId="{12E7773A-7335-49BF-A31C-D99581297130}" srcOrd="1" destOrd="0" presId="urn:microsoft.com/office/officeart/2005/8/layout/architecture"/>
    <dgm:cxn modelId="{CC226D84-7759-443D-B9AC-C684A76F7EE6}" type="presParOf" srcId="{933F2FA4-7008-4E19-8E19-674AF36D74BA}" destId="{8B1A5913-6392-43B8-B744-4025A4C5CA8C}" srcOrd="2" destOrd="0" presId="urn:microsoft.com/office/officeart/2005/8/layout/architecture"/>
    <dgm:cxn modelId="{C8B379ED-3781-430D-AADA-3B32BCE4125E}" type="presParOf" srcId="{8B1A5913-6392-43B8-B744-4025A4C5CA8C}" destId="{922D0556-6002-403C-9FC9-1C70A6D400AE}" srcOrd="0" destOrd="0" presId="urn:microsoft.com/office/officeart/2005/8/layout/architecture"/>
    <dgm:cxn modelId="{89BE7A0E-B756-4059-ACDF-F786CB09E713}" type="presParOf" srcId="{922D0556-6002-403C-9FC9-1C70A6D400AE}" destId="{F8CA7072-7D18-45BD-B732-FDE65178DFD2}" srcOrd="0" destOrd="0" presId="urn:microsoft.com/office/officeart/2005/8/layout/architecture"/>
    <dgm:cxn modelId="{D05F82D8-3C70-4951-BBCC-1C7B30ECB654}" type="presParOf" srcId="{922D0556-6002-403C-9FC9-1C70A6D400AE}" destId="{E7B74512-D65F-482F-B769-F2BC7DEFFC6F}" srcOrd="1" destOrd="0" presId="urn:microsoft.com/office/officeart/2005/8/layout/architecture"/>
    <dgm:cxn modelId="{4D654677-B5D2-4439-83A0-129A839F95F9}" type="presParOf" srcId="{922D0556-6002-403C-9FC9-1C70A6D400AE}" destId="{55870E53-83A0-4EC5-B167-D242B758BC1B}" srcOrd="2" destOrd="0" presId="urn:microsoft.com/office/officeart/2005/8/layout/architecture"/>
    <dgm:cxn modelId="{C202C81A-AAA9-408A-989F-341E194E14C4}" type="presParOf" srcId="{55870E53-83A0-4EC5-B167-D242B758BC1B}" destId="{9DA93D12-2924-420A-92A6-89862793DAE0}" srcOrd="0" destOrd="0" presId="urn:microsoft.com/office/officeart/2005/8/layout/architecture"/>
    <dgm:cxn modelId="{6C19FCF9-C76B-4487-B015-CD6DE868C825}" type="presParOf" srcId="{9DA93D12-2924-420A-92A6-89862793DAE0}" destId="{88449BF3-A25A-487C-88F8-EEAF95EDF8B5}" srcOrd="0" destOrd="0" presId="urn:microsoft.com/office/officeart/2005/8/layout/architecture"/>
    <dgm:cxn modelId="{0F56D410-4488-491D-953C-E960654C54BB}" type="presParOf" srcId="{9DA93D12-2924-420A-92A6-89862793DAE0}" destId="{32D1FCBF-D515-45BC-8E9A-9C760AD27953}" srcOrd="1" destOrd="0" presId="urn:microsoft.com/office/officeart/2005/8/layout/architecture"/>
    <dgm:cxn modelId="{3327797C-8484-4A52-825F-EEF1427A3D4C}" type="presParOf" srcId="{9DA93D12-2924-420A-92A6-89862793DAE0}" destId="{B8C9306F-0BD7-4082-9E8E-C9AB2A8032F4}" srcOrd="2" destOrd="0" presId="urn:microsoft.com/office/officeart/2005/8/layout/architecture"/>
    <dgm:cxn modelId="{72024585-15E7-4B7E-BC71-A1ECE99ADFE0}" type="presParOf" srcId="{B8C9306F-0BD7-4082-9E8E-C9AB2A8032F4}" destId="{25016B96-62E2-46AD-9348-47BD36794692}" srcOrd="0" destOrd="0" presId="urn:microsoft.com/office/officeart/2005/8/layout/architecture"/>
    <dgm:cxn modelId="{72F9EA57-CD82-4E29-A34F-64BE4C25961D}" type="presParOf" srcId="{25016B96-62E2-46AD-9348-47BD36794692}" destId="{5E898404-FC17-4382-862F-DA4F053D865B}" srcOrd="0" destOrd="0" presId="urn:microsoft.com/office/officeart/2005/8/layout/architecture"/>
    <dgm:cxn modelId="{3DD4BE49-4457-467B-8F07-F3B6CA4AC913}" type="presParOf" srcId="{25016B96-62E2-46AD-9348-47BD36794692}" destId="{FD96EF7A-3913-4F83-84DE-87C5E80A20B8}" srcOrd="1" destOrd="0" presId="urn:microsoft.com/office/officeart/2005/8/layout/architecture"/>
    <dgm:cxn modelId="{12FC97F8-2870-4276-8CA7-E11F9021DAF4}" type="presParOf" srcId="{B8C9306F-0BD7-4082-9E8E-C9AB2A8032F4}" destId="{2053E218-9490-4E28-B047-F58C68C31922}" srcOrd="1" destOrd="0" presId="urn:microsoft.com/office/officeart/2005/8/layout/architecture"/>
    <dgm:cxn modelId="{E1DA87A3-3D8E-4221-8C8A-DA21A6F5AAB1}" type="presParOf" srcId="{B8C9306F-0BD7-4082-9E8E-C9AB2A8032F4}" destId="{887770CF-B2C8-4439-8F5D-DDBFA3AB7DAC}" srcOrd="2" destOrd="0" presId="urn:microsoft.com/office/officeart/2005/8/layout/architecture"/>
    <dgm:cxn modelId="{892D5E72-EB86-4E99-8C6A-EF54B5A84D07}" type="presParOf" srcId="{887770CF-B2C8-4439-8F5D-DDBFA3AB7DAC}" destId="{CF784A2C-9128-4C2E-8B5E-EFAFA46C9CA3}" srcOrd="0" destOrd="0" presId="urn:microsoft.com/office/officeart/2005/8/layout/architecture"/>
    <dgm:cxn modelId="{3655EA61-FD22-448E-990D-18559660F19D}" type="presParOf" srcId="{887770CF-B2C8-4439-8F5D-DDBFA3AB7DAC}" destId="{B434FA97-B30A-43FE-BEAF-A5434291F6DA}" srcOrd="1" destOrd="0" presId="urn:microsoft.com/office/officeart/2005/8/layout/architecture"/>
    <dgm:cxn modelId="{1AA575A4-1122-42C2-B7B3-C5AB5BDCFD8B}" type="presParOf" srcId="{B8C9306F-0BD7-4082-9E8E-C9AB2A8032F4}" destId="{4F59A887-4538-4FA8-B906-92B46142BE7A}" srcOrd="3" destOrd="0" presId="urn:microsoft.com/office/officeart/2005/8/layout/architecture"/>
    <dgm:cxn modelId="{EE981B5B-402A-47EA-AE73-E26A50EB4AD5}" type="presParOf" srcId="{B8C9306F-0BD7-4082-9E8E-C9AB2A8032F4}" destId="{49F766FC-D6D9-4664-AFC6-6C6E20E2719A}" srcOrd="4" destOrd="0" presId="urn:microsoft.com/office/officeart/2005/8/layout/architecture"/>
    <dgm:cxn modelId="{A07AB911-3673-4BFA-8F85-66DC35DAF829}" type="presParOf" srcId="{49F766FC-D6D9-4664-AFC6-6C6E20E2719A}" destId="{27C32BB3-52CE-4B91-B6AA-76BC9C2E6FB1}" srcOrd="0" destOrd="0" presId="urn:microsoft.com/office/officeart/2005/8/layout/architecture"/>
    <dgm:cxn modelId="{6300C5D6-36A2-44A1-A7BD-2960697FDBC2}" type="presParOf" srcId="{49F766FC-D6D9-4664-AFC6-6C6E20E2719A}" destId="{9CCDDFD4-872B-461D-A62C-E9C175160A0C}" srcOrd="1" destOrd="0" presId="urn:microsoft.com/office/officeart/2005/8/layout/architecture"/>
    <dgm:cxn modelId="{4A0A2F19-5A43-48AE-A93F-AD31A56C92F3}" type="presParOf" srcId="{49F766FC-D6D9-4664-AFC6-6C6E20E2719A}" destId="{095A0A9B-9BF5-4749-9B2A-D3FB0F4FCE48}" srcOrd="2" destOrd="0" presId="urn:microsoft.com/office/officeart/2005/8/layout/architecture"/>
    <dgm:cxn modelId="{82A59459-7377-4093-BFDA-FA42F29F8D18}" type="presParOf" srcId="{095A0A9B-9BF5-4749-9B2A-D3FB0F4FCE48}" destId="{36782C01-46AF-4141-B8C6-B715F6D99EDC}" srcOrd="0" destOrd="0" presId="urn:microsoft.com/office/officeart/2005/8/layout/architecture"/>
    <dgm:cxn modelId="{4391CD6F-D9F9-4F3C-9DD4-F224511BAC48}" type="presParOf" srcId="{36782C01-46AF-4141-B8C6-B715F6D99EDC}" destId="{272F9CC5-3CFF-4615-B734-DAA46D7F24BB}" srcOrd="0" destOrd="0" presId="urn:microsoft.com/office/officeart/2005/8/layout/architecture"/>
    <dgm:cxn modelId="{0E376709-4984-499B-B4FB-E16230A82C8E}" type="presParOf" srcId="{36782C01-46AF-4141-B8C6-B715F6D99EDC}" destId="{0C757770-7DF2-4660-8561-A7310E638C05}" srcOrd="1" destOrd="0" presId="urn:microsoft.com/office/officeart/2005/8/layout/architecture"/>
    <dgm:cxn modelId="{24CB6BB7-8EA0-4A08-B961-4AF8AB17CAB8}" type="presParOf" srcId="{55870E53-83A0-4EC5-B167-D242B758BC1B}" destId="{1EE7214B-FD22-48EF-A1EC-F07BF8BE0C4C}" srcOrd="1" destOrd="0" presId="urn:microsoft.com/office/officeart/2005/8/layout/architecture"/>
    <dgm:cxn modelId="{2E2A69D4-206A-4B63-B31B-2AE53E24552A}" type="presParOf" srcId="{55870E53-83A0-4EC5-B167-D242B758BC1B}" destId="{581FD274-3CDE-4BC1-871C-E537683A0C9C}" srcOrd="2" destOrd="0" presId="urn:microsoft.com/office/officeart/2005/8/layout/architecture"/>
    <dgm:cxn modelId="{BF3E1F83-3F6D-48A9-AECA-AA1993C5A997}" type="presParOf" srcId="{581FD274-3CDE-4BC1-871C-E537683A0C9C}" destId="{00A2F657-58A2-45E1-B128-E3A6F3CB1E00}" srcOrd="0" destOrd="0" presId="urn:microsoft.com/office/officeart/2005/8/layout/architecture"/>
    <dgm:cxn modelId="{671B7787-1D4B-438E-AFB8-9B39B7DCECAE}" type="presParOf" srcId="{581FD274-3CDE-4BC1-871C-E537683A0C9C}" destId="{1AEBCA98-F582-4815-8442-78997B7748AB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44FFE-121D-4A99-8F70-BF9FBB00EFBF}">
      <dsp:nvSpPr>
        <dsp:cNvPr id="0" name=""/>
        <dsp:cNvSpPr/>
      </dsp:nvSpPr>
      <dsp:spPr>
        <a:xfrm>
          <a:off x="4847" y="5572644"/>
          <a:ext cx="10353504" cy="1284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Serializable</a:t>
          </a:r>
          <a:endParaRPr lang="nl-NL" sz="5600" kern="1200" dirty="0"/>
        </a:p>
      </dsp:txBody>
      <dsp:txXfrm>
        <a:off x="42460" y="5610257"/>
        <a:ext cx="10278278" cy="1208974"/>
      </dsp:txXfrm>
    </dsp:sp>
    <dsp:sp modelId="{F8CA7072-7D18-45BD-B732-FDE65178DFD2}">
      <dsp:nvSpPr>
        <dsp:cNvPr id="0" name=""/>
        <dsp:cNvSpPr/>
      </dsp:nvSpPr>
      <dsp:spPr>
        <a:xfrm>
          <a:off x="4847" y="4179772"/>
          <a:ext cx="10353504" cy="1284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List -&gt; Vector, Point</a:t>
          </a:r>
          <a:endParaRPr lang="nl-NL" sz="5600" kern="1200" dirty="0"/>
        </a:p>
      </dsp:txBody>
      <dsp:txXfrm>
        <a:off x="42460" y="4217385"/>
        <a:ext cx="10278278" cy="1208974"/>
      </dsp:txXfrm>
    </dsp:sp>
    <dsp:sp modelId="{88449BF3-A25A-487C-88F8-EEAF95EDF8B5}">
      <dsp:nvSpPr>
        <dsp:cNvPr id="0" name=""/>
        <dsp:cNvSpPr/>
      </dsp:nvSpPr>
      <dsp:spPr>
        <a:xfrm>
          <a:off x="4847" y="2786899"/>
          <a:ext cx="7711890" cy="1284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Vector[Vector]</a:t>
          </a:r>
          <a:endParaRPr lang="nl-NL" sz="5600" kern="1200" dirty="0"/>
        </a:p>
      </dsp:txBody>
      <dsp:txXfrm>
        <a:off x="42460" y="2824512"/>
        <a:ext cx="7636664" cy="1208974"/>
      </dsp:txXfrm>
    </dsp:sp>
    <dsp:sp modelId="{5E898404-FC17-4382-862F-DA4F053D865B}">
      <dsp:nvSpPr>
        <dsp:cNvPr id="0" name=""/>
        <dsp:cNvSpPr/>
      </dsp:nvSpPr>
      <dsp:spPr>
        <a:xfrm>
          <a:off x="4847" y="1394027"/>
          <a:ext cx="2535138" cy="1284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Matrix</a:t>
          </a:r>
          <a:endParaRPr lang="nl-NL" sz="4000" kern="1200" dirty="0"/>
        </a:p>
      </dsp:txBody>
      <dsp:txXfrm>
        <a:off x="42460" y="1431640"/>
        <a:ext cx="2459912" cy="1208974"/>
      </dsp:txXfrm>
    </dsp:sp>
    <dsp:sp modelId="{CF784A2C-9128-4C2E-8B5E-EFAFA46C9CA3}">
      <dsp:nvSpPr>
        <dsp:cNvPr id="0" name=""/>
        <dsp:cNvSpPr/>
      </dsp:nvSpPr>
      <dsp:spPr>
        <a:xfrm>
          <a:off x="2593223" y="1394027"/>
          <a:ext cx="2535138" cy="1284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Line</a:t>
          </a:r>
          <a:endParaRPr lang="nl-NL" sz="4000" kern="1200" dirty="0"/>
        </a:p>
      </dsp:txBody>
      <dsp:txXfrm>
        <a:off x="2630836" y="1431640"/>
        <a:ext cx="2459912" cy="1208974"/>
      </dsp:txXfrm>
    </dsp:sp>
    <dsp:sp modelId="{27C32BB3-52CE-4B91-B6AA-76BC9C2E6FB1}">
      <dsp:nvSpPr>
        <dsp:cNvPr id="0" name=""/>
        <dsp:cNvSpPr/>
      </dsp:nvSpPr>
      <dsp:spPr>
        <a:xfrm>
          <a:off x="5181600" y="1394027"/>
          <a:ext cx="2535138" cy="1284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 err="1"/>
            <a:t>PolyCurve</a:t>
          </a:r>
          <a:endParaRPr lang="nl-NL" sz="4000" kern="1200" dirty="0"/>
        </a:p>
      </dsp:txBody>
      <dsp:txXfrm>
        <a:off x="5219213" y="1431640"/>
        <a:ext cx="2459912" cy="1208974"/>
      </dsp:txXfrm>
    </dsp:sp>
    <dsp:sp modelId="{272F9CC5-3CFF-4615-B734-DAA46D7F24BB}">
      <dsp:nvSpPr>
        <dsp:cNvPr id="0" name=""/>
        <dsp:cNvSpPr/>
      </dsp:nvSpPr>
      <dsp:spPr>
        <a:xfrm>
          <a:off x="5181600" y="1154"/>
          <a:ext cx="2535138" cy="1284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Polygon</a:t>
          </a:r>
          <a:endParaRPr lang="nl-NL" sz="4000" kern="1200" dirty="0"/>
        </a:p>
      </dsp:txBody>
      <dsp:txXfrm>
        <a:off x="5219213" y="38767"/>
        <a:ext cx="2459912" cy="1208974"/>
      </dsp:txXfrm>
    </dsp:sp>
    <dsp:sp modelId="{00A2F657-58A2-45E1-B128-E3A6F3CB1E00}">
      <dsp:nvSpPr>
        <dsp:cNvPr id="0" name=""/>
        <dsp:cNvSpPr/>
      </dsp:nvSpPr>
      <dsp:spPr>
        <a:xfrm>
          <a:off x="7823214" y="2786899"/>
          <a:ext cx="2535138" cy="1284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Color</a:t>
          </a:r>
          <a:endParaRPr lang="nl-NL" sz="5600" kern="1200" dirty="0"/>
        </a:p>
      </dsp:txBody>
      <dsp:txXfrm>
        <a:off x="7860827" y="2824512"/>
        <a:ext cx="2459912" cy="1208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E54C-017A-D846-9819-9DBDA3A11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0CAD0-938E-1D99-508B-6CF47193A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2FB02-DA46-5156-489D-147F6B0F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6087-639A-6AB4-9F16-D5BB464F9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FD6E0-23EC-CF8F-142C-EB67E357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606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2A41-8003-550E-7276-54ACB22F9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9BDDC-3E94-EA23-79D9-D3204ABD1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BD50F-D8B0-8905-C5EC-D63369A7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FAD6-648A-917A-4B02-ED1A69EB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ABCE2-5A1D-1E3C-AEB3-D8DE4227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638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8164-39DB-732C-8DC1-546B43E8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C384E-8160-FAFD-753F-776662CBD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1EFDC-1BE6-0A4C-348E-3A9AF9D1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27BAA-A676-76BB-12F3-236D11D26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FFBC2-2014-59A6-7B6E-07BCAF7C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44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A98E-6DF5-BBC3-4BD9-8718BB08B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C7366-37C7-5751-0EC5-24E41F5E9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BFCBB-8291-2FC5-2087-BAA38CB78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4FA6E-8C77-1881-795A-AB573EA7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E7246-CDD7-160B-3C88-C1D96863D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99DDB-9C61-5511-4E93-866A156C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7680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4F29-094E-07CD-174E-BBF7521B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884FC-29A9-F73F-A438-8269D10C3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83055-B8E7-566D-6474-6F368E75A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B9758-1A02-BABA-354F-EF5E0321A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E1F04-D4EA-F22A-6C88-390F79FC6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171AF-4A39-A803-B195-9CD2A9FA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55B182-7743-7728-5A11-D8917994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AB0B4-3A2C-7999-9D94-566ACD5F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708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4508-C045-80FA-D5FE-CFFE0481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28D9A-D12A-D8A0-86A8-588CB88B9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71626-35B4-95B7-D8BE-57E86D85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152FF-8B3B-087E-9C8F-C53F23E8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586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B9C86-6D82-F316-0F68-BDED2A99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00A14-4AF3-F7A0-BDD8-9743EB30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AA884-9719-69FF-7BF6-2E0F6C02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339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07EA-9873-C56D-73E6-6A1C4D24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DA9B0-14BE-2913-A267-622CE610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8E0F7-990F-D1E4-2D57-97FC1294E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C2BFF-2AF9-BE81-61B4-61C0504E0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679FB-41D4-EFE9-9C70-B2B03DE42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09D3F-D063-7301-D772-5E92FEC0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850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F10D-0F90-E8D4-9C6F-8590C403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F55357-6C45-25B1-E9A4-17DD7DFBC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6806D-B3ED-08A0-7B0D-C37B89CD0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B5732-94BE-D9F0-77B7-4C097BF2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E447E-E6D9-F243-1FF7-4E353348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E040F-E116-CF39-8B4A-789F82BC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916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F281-43B6-2178-F35E-21F12903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27A41-5180-D4F7-12D1-19F0A812F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6F915-52FD-6CA6-E9FC-1A65ED46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0D42D-4DE8-5565-6A72-1A046FE29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D586B-7568-4841-F91F-FC69B96D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735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3D429A-4BED-3476-3069-5BCFC8930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B975C-2582-A6BA-410F-E07A06DC5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3CAE6-1CB7-3C23-65BB-6083F3334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0D826-050A-3B36-2392-929BA43FE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CB4B3-D6B0-3341-FED3-7E3AF557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360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50FA92-351A-55D8-DF37-32EF20D8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06C09-8BF4-9C8A-8801-B76CF7EC9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82642-C8CD-4DE6-6B9A-2BC559056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49EBC-E665-401F-8565-41EC489DE4F8}" type="datetimeFigureOut">
              <a:rPr lang="nl-NL" smtClean="0"/>
              <a:t>12-9-2024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AAAFA-C3AD-6653-0DEB-53A00CE77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42ACE-07AE-3B20-CAA4-37F602D19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868E3-B6BC-475D-B037-5C58E9F203B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4721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C94CBAD-4221-75F0-CC2A-19720AA4B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9461264"/>
              </p:ext>
            </p:extLst>
          </p:nvPr>
        </p:nvGraphicFramePr>
        <p:xfrm>
          <a:off x="1828800" y="1"/>
          <a:ext cx="103632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509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 Heikens</dc:creator>
  <cp:lastModifiedBy>Jan  Heikens</cp:lastModifiedBy>
  <cp:revision>6</cp:revision>
  <dcterms:created xsi:type="dcterms:W3CDTF">2024-08-14T09:10:55Z</dcterms:created>
  <dcterms:modified xsi:type="dcterms:W3CDTF">2024-09-12T14:23:30Z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pyce file 0">
    <vt:lpwstr>requirements.txt
pywin32&gt;=300</vt:lpwstr>
  </property>
  <property fmtid="{D5CDD505-2E9C-101B-9397-08002B2CF9AE}" pid="3" name="opyce file 1">
    <vt:lpwstr>__init__.py
</vt:lpwstr>
  </property>
  <property fmtid="{D5CDD505-2E9C-101B-9397-08002B2CF9AE}" pid="4" name="opyce file 2">
    <vt:lpwstr>.vscode\extensions.json
{_x000d_
  "recommendations": [_x000d_
    "ms-python.python"_x000d_
  ]_x000d_
}</vt:lpwstr>
  </property>
  <property fmtid="{D5CDD505-2E9C-101B-9397-08002B2CF9AE}" pid="5" name="opyce file 3">
    <vt:lpwstr>.vscode\launch.json
{_x000d_
  // Use IntelliSense to learn about possible attributes._x000d_
  // Hover to view descriptions of existing attributes._x000d_
  // For more information, visit: https://go.microsoft.com/fwlink/?linkid=830387_x000d_
  "version": "0.2.0",_x000d_
  "configurations": [_x000d_
    //{_x000d_
    //    "name": "Python Debugger: Current File with Arguments",_x000d_
    //    "type": "debugpy",_x000d_
    //    "request": "launch",_x000d_
    //    "program": "${file}",_x000d_
    //    "console": "integratedTerminal",_x000d_
    //    "args": "-m module1.main"_x000d_
    //},_x000d_
    //{_x000d_
    //    "name": "Python Debugger: Module",_x000d_
    //    "type": "debugpy",_x000d_
    //    "request": "launch",_x000d_
    //    "module": "module1.main""preLaunchTask": ""_x000d_
    //},_x000d_
    {_x000d_
      "name": "Run module1/main.py",_x000d_
      "type": "debugpy",_x000d_
      "request": "launch",_x000d_
      "program": "${workspaceFolder}/module1/main.py",_x000d_
      "env": {_x000d_
        "PYTHONPATH": "${workspaceFolder}"_x000d_
      },_x000d_
      "console": "integratedTerminal"_x000d_
    }_x000d_
  ]_x000d_
}</vt:lpwstr>
  </property>
  <property fmtid="{D5CDD505-2E9C-101B-9397-08002B2CF9AE}" pid="6" name="opyce file 4">
    <vt:lpwstr>.vscode\settings.json
</vt:lpwstr>
  </property>
  <property fmtid="{D5CDD505-2E9C-101B-9397-08002B2CF9AE}" pid="7" name="opyce file 5">
    <vt:lpwstr>backend\main.py
#CAUTION! this is code is automatically generated!_x000d_
import win32com.client_x000d_
_x000d_
class Opyce:_x000d_
	def __init__(self) -&gt; None:_x000d_
		#Launch Excel and Open Workbook_x000d_
		self.app=win32com.client.GetActiveObject("Powerpoint.Application")_x000d_
_x000d_
		_x000d_
		_x000d_
	def __del__(self) -&gt; None:_x000d_
		del self.app</vt:lpwstr>
  </property>
  <property fmtid="{D5CDD505-2E9C-101B-9397-08002B2CF9AE}" pid="8" name="opyce file 6">
    <vt:lpwstr>backend\__init__.py
</vt:lpwstr>
  </property>
  <property fmtid="{D5CDD505-2E9C-101B-9397-08002B2CF9AE}" pid="9" name="opyce file 7">
    <vt:lpwstr>module1\main.py
#if you have not installed python:_x000d_
#	go to the run section (click on the triangle bug icon on the left)_x000d_
#	click 'Run and Debug'_x000d_
#	 follow instructions._x000d_
_x000d_
from time import sleep_x000d_
from backend import main_x000d_
_x000d_
#Launch Excel and Open Workbook_x000d_
opyce = main.Opyce()_x000d_
_x000d_
#Run Macro_x000d_
Presentation = opyce.app.Activepresentation_x000d_
_x000d_
slidenr = Presentation.Slides.Count    _x000d_
slide = Presentation.slides(slidenr)_x000d_
    _x000d_
shape1 = slide.Shapes.AddTextbox(Orientation=0x1,Left=100,Top=100,Width=100,Height=100)_x000d_
shape1.TextFrame.TextRange.Text='Hello, world'    _x000d_
_x000d_
#Manipulate font size, name and boldness_x000d_
shape1.TextFrame.TextRange.Font.Size=20_x000d_
shape1.TextFrame.TextRange.Characters(1, 4).Font.Name = "Times New Roman"_x000d_
shape1.TextFrame.TextRange.Font.Bold=True_x000d_
_x000d_
def RGB(red, green, blue):_x000d_
    assert 0 &lt;= red &lt;=255    _x000d_
    assert 0 &lt;= green &lt;=255_x000d_
    assert 0 &lt;= blue &lt;=255_x000d_
    return red + (green &lt;&lt; 8) + (blue &lt;&lt; 16)_x000d_
_x000d_
names = []_x000d_
for r in range(4):_x000d_
    for g in range(4):_x000d_
        for b in range(4):_x000d_
            #1 = rectangle_x000d_
            cube = slide.Shapes.AddShape(1, r * 100, g * 100, 100, 100)_x000d_
            cube.Fill.ForeColor.RGB = RGB(r * 64,g * 64,b * 64)  # Red fill color_x000d_
            names.append(cube.name)_x000d_
            cube.ThreeD.z = b * 100_x000d_
            cube.ThreeD.depth = 100_x000d_
            #remove line_x000d_
            cube.Line.Visible = 0_x000d_
            #cube.Line.ForeColor.RGB = 0x0000FF  # Blue border color_x000d_
_x000d_
shape_range = slide.Shapes.Range(names)_x000d_
grouped_cube = shape_range.Group()_x000d_
grouped_cube.ThreeD.RotationX = 50_x000d_
_x000d_
for i in range(-45,45):_x000d_
_x000d_
    # Rotate the shape to the degree specified._x000d_
    grouped_cube.ThreeD.RotationY = i_x000d_
    #grouped_cube.ThreeD.RotationX = i_x000d_
    sleep(0.1)_x000d_
_x000d_
    # Refresh the slide. This step is needed to redraw the screen_x000d_
    # after the rotation step; Otherwise, the animation effect is_x000d_
    # invisible._x000d_
_x000d_
#Cleanup the com reference. _x000d_
del opyce_x000d_
</vt:lpwstr>
  </property>
</Properties>
</file>